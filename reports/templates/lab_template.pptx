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BMGF_ki_Theme_v002">
  <a:themeElements>
    <a:clrScheme name="HBGDki_color_v1">
      <a:dk1>
        <a:srgbClr val="343131"/>
      </a:dk1>
      <a:lt1>
        <a:srgbClr val="FFFFFF"/>
      </a:lt1>
      <a:dk2>
        <a:srgbClr val="9B242D"/>
      </a:dk2>
      <a:lt2>
        <a:srgbClr val="FFFFFF"/>
      </a:lt2>
      <a:accent1>
        <a:srgbClr val="3086AB"/>
      </a:accent1>
      <a:accent2>
        <a:srgbClr val="E67021"/>
      </a:accent2>
      <a:accent3>
        <a:srgbClr val="F29B0E"/>
      </a:accent3>
      <a:accent4>
        <a:srgbClr val="B51F29"/>
      </a:accent4>
      <a:accent5>
        <a:srgbClr val="823B69"/>
      </a:accent5>
      <a:accent6>
        <a:srgbClr val="AAA092"/>
      </a:accent6>
      <a:hlink>
        <a:srgbClr val="3086AB"/>
      </a:hlink>
      <a:folHlink>
        <a:srgbClr val="823B69"/>
      </a:folHlink>
    </a:clrScheme>
    <a:fontScheme name="Foundation PPT Fonts - Jan 2014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ctr">
          <a:defRPr sz="1000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MGF_ki_Theme_v002" id="{246C18AA-3F48-4B76-BAE8-BB32034B1366}" vid="{791D82C9-73BB-4286-B133-6928F947903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