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21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944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470"/>
            </a:lvl1pPr>
            <a:lvl2pPr>
              <a:defRPr sz="1260"/>
            </a:lvl2pPr>
            <a:lvl3pPr>
              <a:defRPr sz="1050"/>
            </a:lvl3pPr>
            <a:lvl4pPr>
              <a:defRPr sz="944"/>
            </a:lvl4pPr>
            <a:lvl5pPr>
              <a:defRPr sz="944"/>
            </a:lvl5pPr>
            <a:lvl6pPr>
              <a:defRPr sz="944"/>
            </a:lvl6pPr>
            <a:lvl7pPr>
              <a:defRPr sz="944"/>
            </a:lvl7pPr>
            <a:lvl8pPr>
              <a:defRPr sz="944"/>
            </a:lvl8pPr>
            <a:lvl9pPr>
              <a:defRPr sz="94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470"/>
            </a:lvl1pPr>
            <a:lvl2pPr>
              <a:defRPr sz="1260"/>
            </a:lvl2pPr>
            <a:lvl3pPr>
              <a:defRPr sz="1050"/>
            </a:lvl3pPr>
            <a:lvl4pPr>
              <a:defRPr sz="944"/>
            </a:lvl4pPr>
            <a:lvl5pPr>
              <a:defRPr sz="944"/>
            </a:lvl5pPr>
            <a:lvl6pPr>
              <a:defRPr sz="944"/>
            </a:lvl6pPr>
            <a:lvl7pPr>
              <a:defRPr sz="944"/>
            </a:lvl7pPr>
            <a:lvl8pPr>
              <a:defRPr sz="944"/>
            </a:lvl8pPr>
            <a:lvl9pPr>
              <a:defRPr sz="94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342900" indent="0">
              <a:buNone/>
              <a:defRPr sz="1050" b="1"/>
            </a:lvl2pPr>
            <a:lvl3pPr marL="685800" indent="0">
              <a:buNone/>
              <a:defRPr sz="944" b="1"/>
            </a:lvl3pPr>
            <a:lvl4pPr marL="1028700" indent="0">
              <a:buNone/>
              <a:defRPr sz="840" b="1"/>
            </a:lvl4pPr>
            <a:lvl5pPr marL="1371600" indent="0">
              <a:buNone/>
              <a:defRPr sz="840" b="1"/>
            </a:lvl5pPr>
            <a:lvl6pPr marL="1714500" indent="0">
              <a:buNone/>
              <a:defRPr sz="840" b="1"/>
            </a:lvl6pPr>
            <a:lvl7pPr marL="2057400" indent="0">
              <a:buNone/>
              <a:defRPr sz="840" b="1"/>
            </a:lvl7pPr>
            <a:lvl8pPr marL="2400300" indent="0">
              <a:buNone/>
              <a:defRPr sz="840" b="1"/>
            </a:lvl8pPr>
            <a:lvl9pPr marL="2743200" indent="0">
              <a:buNone/>
              <a:defRPr sz="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260"/>
            </a:lvl1pPr>
            <a:lvl2pPr>
              <a:defRPr sz="1050"/>
            </a:lvl2pPr>
            <a:lvl3pPr>
              <a:defRPr sz="944"/>
            </a:lvl3pPr>
            <a:lvl4pPr>
              <a:defRPr sz="840"/>
            </a:lvl4pPr>
            <a:lvl5pPr>
              <a:defRPr sz="840"/>
            </a:lvl5pPr>
            <a:lvl6pPr>
              <a:defRPr sz="840"/>
            </a:lvl6pPr>
            <a:lvl7pPr>
              <a:defRPr sz="840"/>
            </a:lvl7pPr>
            <a:lvl8pPr>
              <a:defRPr sz="840"/>
            </a:lvl8pPr>
            <a:lvl9pPr>
              <a:defRPr sz="8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342900" indent="0">
              <a:buNone/>
              <a:defRPr sz="1050" b="1"/>
            </a:lvl2pPr>
            <a:lvl3pPr marL="685800" indent="0">
              <a:buNone/>
              <a:defRPr sz="944" b="1"/>
            </a:lvl3pPr>
            <a:lvl4pPr marL="1028700" indent="0">
              <a:buNone/>
              <a:defRPr sz="840" b="1"/>
            </a:lvl4pPr>
            <a:lvl5pPr marL="1371600" indent="0">
              <a:buNone/>
              <a:defRPr sz="840" b="1"/>
            </a:lvl5pPr>
            <a:lvl6pPr marL="1714500" indent="0">
              <a:buNone/>
              <a:defRPr sz="840" b="1"/>
            </a:lvl6pPr>
            <a:lvl7pPr marL="2057400" indent="0">
              <a:buNone/>
              <a:defRPr sz="840" b="1"/>
            </a:lvl7pPr>
            <a:lvl8pPr marL="2400300" indent="0">
              <a:buNone/>
              <a:defRPr sz="840" b="1"/>
            </a:lvl8pPr>
            <a:lvl9pPr marL="2743200" indent="0">
              <a:buNone/>
              <a:defRPr sz="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260"/>
            </a:lvl1pPr>
            <a:lvl2pPr>
              <a:defRPr sz="1050"/>
            </a:lvl2pPr>
            <a:lvl3pPr>
              <a:defRPr sz="944"/>
            </a:lvl3pPr>
            <a:lvl4pPr>
              <a:defRPr sz="840"/>
            </a:lvl4pPr>
            <a:lvl5pPr>
              <a:defRPr sz="840"/>
            </a:lvl5pPr>
            <a:lvl6pPr>
              <a:defRPr sz="840"/>
            </a:lvl6pPr>
            <a:lvl7pPr>
              <a:defRPr sz="840"/>
            </a:lvl7pPr>
            <a:lvl8pPr>
              <a:defRPr sz="840"/>
            </a:lvl8pPr>
            <a:lvl9pPr>
              <a:defRPr sz="8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05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1680"/>
            </a:lvl1pPr>
            <a:lvl2pPr>
              <a:defRPr sz="1470"/>
            </a:lvl2pPr>
            <a:lvl3pPr>
              <a:defRPr sz="126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800"/>
            </a:lvl1pPr>
            <a:lvl2pPr marL="342900" indent="0">
              <a:buNone/>
              <a:defRPr sz="800"/>
            </a:lvl2pPr>
            <a:lvl3pPr marL="685800" indent="0">
              <a:buNone/>
              <a:defRPr sz="8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05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1680"/>
            </a:lvl1pPr>
            <a:lvl2pPr marL="342900" indent="0">
              <a:buNone/>
              <a:defRPr sz="1470"/>
            </a:lvl2pPr>
            <a:lvl3pPr marL="685800" indent="0">
              <a:buNone/>
              <a:defRPr sz="126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800"/>
            </a:lvl1pPr>
            <a:lvl2pPr marL="342900" indent="0">
              <a:buNone/>
              <a:defRPr sz="800"/>
            </a:lvl2pPr>
            <a:lvl3pPr marL="685800" indent="0">
              <a:buNone/>
              <a:defRPr sz="8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23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147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944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944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944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944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944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944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944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944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94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BMGF_ki_Theme_v002">
  <a:themeElements>
    <a:clrScheme name="HBGDki_color_v1">
      <a:dk1>
        <a:srgbClr val="343131"/>
      </a:dk1>
      <a:lt1>
        <a:srgbClr val="FFFFFF"/>
      </a:lt1>
      <a:dk2>
        <a:srgbClr val="9B242D"/>
      </a:dk2>
      <a:lt2>
        <a:srgbClr val="FFFFFF"/>
      </a:lt2>
      <a:accent1>
        <a:srgbClr val="3086AB"/>
      </a:accent1>
      <a:accent2>
        <a:srgbClr val="E67021"/>
      </a:accent2>
      <a:accent3>
        <a:srgbClr val="F29B0E"/>
      </a:accent3>
      <a:accent4>
        <a:srgbClr val="B51F29"/>
      </a:accent4>
      <a:accent5>
        <a:srgbClr val="823B69"/>
      </a:accent5>
      <a:accent6>
        <a:srgbClr val="AAA092"/>
      </a:accent6>
      <a:hlink>
        <a:srgbClr val="3086AB"/>
      </a:hlink>
      <a:folHlink>
        <a:srgbClr val="823B69"/>
      </a:folHlink>
    </a:clrScheme>
    <a:fontScheme name="Foundation PPT Fonts - Jan 2014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0" tIns="0" rIns="0" bIns="0" rtlCol="0">
        <a:spAutoFit/>
      </a:bodyPr>
      <a:lstStyle>
        <a:defPPr algn="ctr">
          <a:defRPr sz="800" dirty="0" smtClean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MGF_ki_Theme_v002" id="{246C18AA-3F48-4B76-BAE8-BB32034B1366}" vid="{791D82C9-73BB-4286-B133-6928F947903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