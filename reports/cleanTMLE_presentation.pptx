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questions, five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rest of the deck is organised around five “why” questions:</a:t>
            </a:r>
          </a:p>
          <a:p>
            <a:pPr lvl="0" indent="-342900" marL="342900">
              <a:buAutoNum type="arabicPeriod"/>
            </a:pPr>
            <a:r>
              <a:rPr b="1"/>
              <a:t>Why clean-room / staged design?</a:t>
            </a:r>
          </a:p>
          <a:p>
            <a:pPr lvl="0" indent="-342900" marL="342900">
              <a:buAutoNum type="arabicPeriod"/>
            </a:pPr>
            <a:r>
              <a:rPr b="1"/>
              <a:t>Why TMLE?</a:t>
            </a:r>
          </a:p>
          <a:p>
            <a:pPr lvl="0" indent="-342900" marL="342900">
              <a:buAutoNum type="arabicPeriod"/>
            </a:pPr>
            <a:r>
              <a:rPr b="1"/>
              <a:t>Why plasmode simulation?</a:t>
            </a:r>
          </a:p>
          <a:p>
            <a:pPr lvl="0" indent="-342900" marL="342900">
              <a:buAutoNum type="arabicPeriod"/>
            </a:pPr>
            <a:r>
              <a:rPr b="1"/>
              <a:t>Why DQ stress testing?</a:t>
            </a:r>
          </a:p>
          <a:p>
            <a:pPr lvl="0" indent="-342900" marL="342900">
              <a:buAutoNum type="arabicPeriod"/>
            </a:pPr>
            <a:r>
              <a:rPr b="1"/>
              <a:t>Why not just PS diagnostics and negative controls?</a:t>
            </a:r>
          </a:p>
          <a:p>
            <a:pPr lvl="0" indent="0" marL="0">
              <a:buNone/>
            </a:pPr>
            <a:r>
              <a:rPr/>
              <a:t>If you only remember one slide, remember the contrast table on the next slide.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nuisance-learning library, truncation rules, targeting procedure, and candidate estimator grid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(SuperLearner)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</a:p>
          <a:p>
            <a:pPr lvl="0"/>
            <a:r>
              <a:rPr b="1"/>
              <a:t>Influence-function-based inference</a:t>
            </a:r>
            <a:r>
              <a:rPr/>
              <a:t> gives a common bias / RMSE / coverage scale across candidates and across stress scenarios</a:t>
            </a:r>
          </a:p>
          <a:p>
            <a:pPr lvl="0"/>
            <a:r>
              <a:rPr/>
              <a:t>This modular structure makes outcome-blind plasmode comparison and DQ stress testing natural; the same machinery runs on baseline plasmode and degraded scenarios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Match, G-comp, AIPW, TMLE, CV-TMLE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IPCW-weighted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cohort under censoring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  <a:p>
            <a:pPr lvl="0"/>
            <a:r>
              <a:rPr i="1"/>
              <a:t>Workflow demonstration; not a causal claim about Rescue.Co.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2026-05-11T04:55:32Z</dcterms:created>
  <dcterms:modified xsi:type="dcterms:W3CDTF">2026-05-11T04:55:32Z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2026-05-10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