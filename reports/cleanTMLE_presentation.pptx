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nuisance-learning library, truncation rules, targeting procedure, and candidate estimator grid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(SuperLearner)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</a:p>
          <a:p>
            <a:pPr lvl="0"/>
            <a:r>
              <a:rPr b="1"/>
              <a:t>Influence-function-based inference</a:t>
            </a:r>
            <a:r>
              <a:rPr/>
              <a:t> gives a common bias / RMSE / coverage scale across candidates and across stress scenarios</a:t>
            </a:r>
          </a:p>
          <a:p>
            <a:pPr lvl="0"/>
            <a:r>
              <a:rPr/>
              <a:t>This modular structure makes outcome-blind plasmode comparison and DQ stress testing natural; the same machinery runs on baseline plasmode and degraded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Match, G-comp, AIPW, TMLE, CV-TMLE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IPCW-weighted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cohort under censoring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RD, MCAR outcome missingness handled by IPCW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2026-05-11T05:11:16Z</dcterms:created>
  <dcterms:modified xsi:type="dcterms:W3CDTF">2026-05-11T05:11:16Z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2026-05-10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