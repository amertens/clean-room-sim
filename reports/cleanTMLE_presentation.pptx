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 b="1"/>
              <a:t>Cohort attrition ledger</a:t>
            </a:r>
            <a:r>
              <a:rPr/>
              <a:t> (</a:t>
            </a:r>
            <a:r>
              <a:rPr>
                <a:latin typeface="Courier"/>
              </a:rPr>
              <a:t>attrition_table()</a:t>
            </a:r>
            <a:r>
              <a:rPr/>
              <a:t>) for a code-level CONSORT-style flow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 b="1"/>
              <a:t>Estimator spectrum</a:t>
            </a:r>
            <a:r>
              <a:rPr/>
              <a:t> for the binary RD scope: IPTW (stabilised), g-computation (</a:t>
            </a:r>
            <a:r>
              <a:rPr>
                <a:latin typeface="Courier"/>
              </a:rPr>
              <a:t>estimate_gcomprisk()</a:t>
            </a:r>
            <a:r>
              <a:rPr/>
              <a:t>), AIPW (</a:t>
            </a:r>
            <a:r>
              <a:rPr>
                <a:latin typeface="Courier"/>
              </a:rPr>
              <a:t>estimate_aipwrisk()</a:t>
            </a:r>
            <a:r>
              <a:rPr/>
              <a:t>), TMLE, IPCW-TMLE (</a:t>
            </a:r>
            <a:r>
              <a:rPr>
                <a:latin typeface="Courier"/>
              </a:rPr>
              <a:t>run_ipcw_tmle()</a:t>
            </a:r>
            <a:r>
              <a:rPr/>
              <a:t>)</a:t>
            </a:r>
          </a:p>
          <a:p>
            <a:pPr lvl="0"/>
            <a:r>
              <a:rPr/>
              <a:t>IPW Cox-style hazard ratio (</a:t>
            </a:r>
            <a:r>
              <a:rPr>
                <a:latin typeface="Courier"/>
              </a:rPr>
              <a:t>estimate_ipwhr()</a:t>
            </a:r>
            <a:r>
              <a:rPr/>
              <a:t>) for analyses where a hazard-scale estimand is the primary scientific question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PS Match, TMLE, TMLE_CF (CV-TMLE), Match_TMLE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2026-05-11T15:09:52Z</dcterms:created>
  <dcterms:modified xsi:type="dcterms:W3CDTF">2026-05-11T15:09:52Z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2026-05-11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